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15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1/14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118872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1F26"/>
                </a:solidFill>
              </a:rPr>
              <a:t>Smart Campus Complaint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E1F26"/>
                </a:solidFill>
              </a:rPr>
              <a:t>&amp; Service Management Portal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13232" y="2926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/>
              <a:t>Web Programming 21CSO351T</a:t>
            </a:r>
          </a:p>
        </p:txBody>
      </p:sp>
      <p:sp>
        <p:nvSpPr>
          <p:cNvPr id="11" name="Shape 8"/>
          <p:cNvSpPr/>
          <p:nvPr/>
        </p:nvSpPr>
        <p:spPr>
          <a:xfrm>
            <a:off x="731520" y="3657600"/>
            <a:ext cx="5303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80390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Submitted By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11480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Arpit Tyagi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RA2311004030012</a:t>
            </a:r>
          </a:p>
          <a:p>
            <a:r>
              <a:rPr lang="en-US" sz="1200" dirty="0">
                <a:solidFill>
                  <a:srgbClr val="17375E"/>
                </a:solidFill>
              </a:rPr>
              <a:t>Year: 3rd Year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Department of Electronics &amp; Communication Engineering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SRMIST </a:t>
            </a:r>
            <a:r>
              <a:rPr lang="en-US" sz="1200" dirty="0" err="1">
                <a:solidFill>
                  <a:srgbClr val="17375E"/>
                </a:solidFill>
              </a:rPr>
              <a:t>Modinagar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3657600"/>
            <a:ext cx="5120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380390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Submitted To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37960" y="411480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Shivam Singh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Assistant Professor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Dept. of CSE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SRMIST </a:t>
            </a:r>
            <a:r>
              <a:rPr lang="en-US" sz="1200" dirty="0" err="1">
                <a:solidFill>
                  <a:srgbClr val="17375E"/>
                </a:solidFill>
              </a:rPr>
              <a:t>Modinagar</a:t>
            </a:r>
            <a:endParaRPr lang="en-US" sz="1200" dirty="0"/>
          </a:p>
        </p:txBody>
      </p:sp>
      <p:pic>
        <p:nvPicPr>
          <p:cNvPr id="6" name="Image 0" descr="D:\Shivam project\campus-portal\submission\srm-inn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89299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Problem Statement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2/14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118872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Traditional complaint systems in colleges are mostly manual and paper-based.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Complaint handling often suffers from delayed response and unclear ownership.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Students cannot track progress transparently after raising an issue.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Administration lacks centralized analytics for workload and resolution trends.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Result: poor service quality perception and inefficient operations.</a:t>
            </a:r>
            <a:endParaRPr lang="en-US" sz="2500" dirty="0"/>
          </a:p>
        </p:txBody>
      </p:sp>
      <p:pic>
        <p:nvPicPr>
          <p:cNvPr id="10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8FD21DA9-65BB-F2AB-1ADF-1292D9AEE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Proposed Solution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3/14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118872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A centralized Smart Campus Portal with separate Student and Admin workflows.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Students can register complaints instantly, track status, and receive activity updates.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Admins can filter, prioritize, update statuses, and export records for reporting.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Analytics cards and trend charts support faster operational decision-making.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End-to-end digital workflow improves transparency, speed, and accountability.</a:t>
            </a:r>
            <a:endParaRPr lang="en-US" sz="2500" dirty="0"/>
          </a:p>
        </p:txBody>
      </p:sp>
      <p:pic>
        <p:nvPicPr>
          <p:cNvPr id="10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0B0EEB40-3C74-EEC5-8ED0-5BE10E83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Objectives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4/14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14300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28930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6002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Fast complaint registration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114300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128930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63440" y="16002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Efficient service management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0" y="114300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128930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16002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Transparent status tracking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27889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93522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32461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Analytics-driven monitoring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80560" y="27889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93522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663440" y="32461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Role-based secure access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0" y="278892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0" y="293522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412480" y="32461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Digital workflow modernization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1520" y="4434840"/>
            <a:ext cx="10744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581144"/>
            <a:ext cx="10378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Outcome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4892040"/>
            <a:ext cx="10378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Build a serious, scalable full-stack academic product with real-world relevance and viva-ready architecture explanation.</a:t>
            </a:r>
            <a:endParaRPr lang="en-US" sz="1200" dirty="0"/>
          </a:p>
        </p:txBody>
      </p:sp>
      <p:pic>
        <p:nvPicPr>
          <p:cNvPr id="30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C14B7CD8-06CC-EC4C-7FE7-F309CB536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Technology Stack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5/14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0972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24358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HTML5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Semantic structure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Responsive layout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71800" y="10972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4680" y="124358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CSS3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154680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Modern styling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Glassmorphism 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12080" y="10972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124358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94960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Vanilla JS logic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Client interactions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10972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124358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Node.js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35240" y="15544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Runtime environment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API execution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692640" y="1097280"/>
            <a:ext cx="1783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0" y="124358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Express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0" y="15544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Routing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Middleware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269748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2843784"/>
            <a:ext cx="4983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SQLite (SQL)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400" y="31546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Relational schema for users, complaints, activity_logs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Persistent local DB with SQL CRUD operations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63640" y="2697480"/>
            <a:ext cx="5212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520" y="2843784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Chart.js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46520" y="31546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Monthly trend visualization for admin analytics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1520" y="4434840"/>
            <a:ext cx="10744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4581144"/>
            <a:ext cx="10378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Backend Capability Summary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14400" y="4892040"/>
            <a:ext cx="10378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Authentication + Protected Routes + Role Access + Search/Filter APIs + CSV Export + Activity Logging</a:t>
            </a:r>
            <a:endParaRPr lang="en-US" sz="1200" dirty="0"/>
          </a:p>
        </p:txBody>
      </p:sp>
      <p:pic>
        <p:nvPicPr>
          <p:cNvPr id="33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30F4CCC9-F4A1-78E3-AF96-36E0B20F3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66149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System Architecture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6/14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182880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97510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Student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Signup/Login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Raise complaint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Track status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20040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34670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Admin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Manage complaints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Update priority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Analytics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83280" y="2266408"/>
            <a:ext cx="914400" cy="411480"/>
          </a:xfrm>
          <a:prstGeom prst="chevron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3470053"/>
            <a:ext cx="914400" cy="411480"/>
          </a:xfrm>
          <a:prstGeom prst="chevron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26280" y="1850819"/>
            <a:ext cx="2743200" cy="2446861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6609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Frontend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09160" y="29718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HTML + CSS + 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Dashboards &amp; forms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452360" y="2971800"/>
            <a:ext cx="914400" cy="411480"/>
          </a:xfrm>
          <a:prstGeom prst="chevron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49640" y="251460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32520" y="266090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Backend API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732520" y="2971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Node.js + Express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Business logic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 rot="5400000">
            <a:off x="9561077" y="4206240"/>
            <a:ext cx="411480" cy="822960"/>
          </a:xfrm>
          <a:prstGeom prst="chevron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03920" y="502920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0" y="517550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SQLite DB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68680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SQL CRUD + logs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5078651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668A"/>
                </a:solidFill>
              </a:rPr>
              <a:t>Data Flow: Student/Admin =&gt; Frontend =&gt; API  =&gt;  SQLite =&gt; JSON Response</a:t>
            </a:r>
            <a:endParaRPr lang="en-US" sz="1200" dirty="0"/>
          </a:p>
        </p:txBody>
      </p:sp>
      <p:pic>
        <p:nvPicPr>
          <p:cNvPr id="29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E8FE1169-7CE1-871D-07E6-E8C8D9D4C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66149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Database Design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7/14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18872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3350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users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6459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id (PK)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email (UNIQUE)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password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role (student/admin)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12996" y="118872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95876" y="13350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complaints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95876" y="16459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id (PK)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user_id (FK -&gt; users.id)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title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category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description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priority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created_at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62036" y="11887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44916" y="13350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activity_logs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944916" y="16459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id (PK)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action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created_at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97096" y="2008632"/>
            <a:ext cx="731520" cy="365760"/>
          </a:xfrm>
          <a:prstGeom prst="chevron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Shape 17"/>
          <p:cNvSpPr/>
          <p:nvPr/>
        </p:nvSpPr>
        <p:spPr>
          <a:xfrm>
            <a:off x="731520" y="4069080"/>
            <a:ext cx="10744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215384"/>
            <a:ext cx="10378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SQL Integrity + Seeds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14400" y="4526280"/>
            <a:ext cx="10378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Foreign-key based complaint ownership is enforced through user_id.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Startup initializes schema and seeds default admin + demo complaint records for ready-to-present dashboard state.</a:t>
            </a:r>
            <a:endParaRPr lang="en-US" sz="1200" dirty="0"/>
          </a:p>
        </p:txBody>
      </p:sp>
      <p:pic>
        <p:nvPicPr>
          <p:cNvPr id="23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FE8CC4C9-074D-B641-AE84-B3C4F3138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66149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Student Module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8/14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143000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28930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600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Student signup/login with session management and protected access.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1143000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128930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Raise Complaint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63440" y="1600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Category-based complaint form with Others manual entry support.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0" y="1143000"/>
            <a:ext cx="3246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128930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Track Status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16002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View complaint list with status badges and filters.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2697480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8437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Dashboard Stats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Total, pending, resolved, high-priority counters in real time.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80560" y="2697480"/>
            <a:ext cx="3474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8437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Profile + Activity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663440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Edit profile and monitor recent notification logs.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0" y="2697480"/>
            <a:ext cx="3246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0" y="284378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UX Polish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412480" y="31546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Dark mode, toast alerts, loaders, and empty states.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1520" y="4389120"/>
            <a:ext cx="10744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535424"/>
            <a:ext cx="10378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Screenshot Placeholder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4846320"/>
            <a:ext cx="10378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Insert student dashboard screenshot here during final submission for stronger evaluation impact.</a:t>
            </a:r>
            <a:endParaRPr lang="en-US" sz="1200" dirty="0"/>
          </a:p>
        </p:txBody>
      </p:sp>
      <p:pic>
        <p:nvPicPr>
          <p:cNvPr id="30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33098A3F-DEFC-5AD7-B110-208BFC32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Admin Module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9/14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143000"/>
            <a:ext cx="3383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28930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Admin Login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600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Secure admin access with role-based authorization.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143000"/>
            <a:ext cx="3383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28930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Complaint Management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17720" y="1600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Search by title and filter by category/status.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0" y="1143000"/>
            <a:ext cx="3337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1289304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Status/Priority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21040" y="1600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Update progress and assign urgency level.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2697480"/>
            <a:ext cx="3383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84378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Delete + Cleanup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3154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Remove complaint records where needed.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34840" y="2697480"/>
            <a:ext cx="3383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284378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CSV Export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617720" y="3154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Download full complaint sheet for reporting.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138160" y="2697480"/>
            <a:ext cx="3337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21040" y="2843784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Analytics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321040" y="3154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Cards + monthly trend chart for monitoring.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1520" y="4389120"/>
            <a:ext cx="10744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535424"/>
            <a:ext cx="10378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Screenshot Placeholder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4846320"/>
            <a:ext cx="10378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Insert admin dashboard screenshot here for viva and report consistency.</a:t>
            </a:r>
            <a:endParaRPr lang="en-US" sz="1200" dirty="0"/>
          </a:p>
        </p:txBody>
      </p:sp>
      <p:pic>
        <p:nvPicPr>
          <p:cNvPr id="30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F02E6797-9F06-0C0E-87A2-A6A98E93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66149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CRUD Operations (SQL-Backed)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10/14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32588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72184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CREATE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783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POST /api/complaints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Inserts new complaint rows in SQLite.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32588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472184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READ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46520" y="1783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GET /api/complaints and /api/admin/complaints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Fetches filtered rows for dashboards.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283464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980944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UPDATE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3291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PUT routes update status, priority, title, category, description.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283464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980944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DELETE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6520" y="3291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DELETE routes remove complaint records with role checks.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" y="4389120"/>
            <a:ext cx="10744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535424"/>
            <a:ext cx="10378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API to SQL Flow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4846320"/>
            <a:ext cx="10378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Routes -&gt; Model layer -&gt; SQL queries -&gt; JSON responses.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This fulfills mandatory backend CRUD with SQL operations for academic evaluation.</a:t>
            </a:r>
            <a:endParaRPr lang="en-US" sz="1200" dirty="0"/>
          </a:p>
        </p:txBody>
      </p:sp>
      <p:pic>
        <p:nvPicPr>
          <p:cNvPr id="24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B2339E56-984E-9BE1-E981-F012B156B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Key Features / Highlights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11/14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Role-based login system (Student/Admin) with protected routes.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Search and multi-filter complaint management for faster navigation.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Dark mode toggle and modern responsive dashboard UI.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CSV export for institutional reporting and documentation.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Real SQL backend with structured schema and activity logging.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Student-friendly complaint form with custom Others category support.</a:t>
            </a:r>
            <a:endParaRPr lang="en-US" sz="2500" dirty="0"/>
          </a:p>
        </p:txBody>
      </p:sp>
      <p:pic>
        <p:nvPicPr>
          <p:cNvPr id="10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78CF4855-1678-AFF8-4E8D-6BC670793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Future Scope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12/14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Mobile application for Android/iOS complaint access.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Automated email/SMS alerts for status updates.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AI-based complaint routing to relevant department.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Hostel and transport submodules with dedicated workflows.</a:t>
            </a:r>
            <a:endParaRPr lang="en-US" sz="2500" dirty="0"/>
          </a:p>
          <a:p>
            <a:pPr marL="203200" indent="-203200">
              <a:buSzPct val="100000"/>
              <a:buChar char="•"/>
            </a:pPr>
            <a:r>
              <a:rPr lang="en-US" sz="2500" dirty="0">
                <a:solidFill>
                  <a:srgbClr val="17375E"/>
                </a:solidFill>
              </a:rPr>
              <a:t>QR-code based complaint registration from physical locations.</a:t>
            </a:r>
            <a:endParaRPr lang="en-US" sz="2500" dirty="0"/>
          </a:p>
        </p:txBody>
      </p:sp>
      <p:pic>
        <p:nvPicPr>
          <p:cNvPr id="10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8D468450-7086-D7F5-CD22-DEBFE4ACD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Results / Benefits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13/14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23444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38074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Operational Impact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Faster issue registration and improved turnaround visibility.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26280" y="123444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38074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Data Quality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0916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Centralized records with consistent status and priority tracking.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321040" y="1234440"/>
            <a:ext cx="3154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0" y="1380744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03920" y="169164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Audit-friendly logs and exportable datasets.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3154680"/>
            <a:ext cx="10744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300984"/>
            <a:ext cx="10378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7A2B"/>
                </a:solidFill>
              </a:rPr>
              <a:t>Benefits Summary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3611880"/>
            <a:ext cx="10378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1. Faster response cycle for campus complaints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2. Better student satisfaction through transparent tracking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3. Easier administration through dashboard analytics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75E"/>
                </a:solidFill>
              </a:rPr>
              <a:t>4. Stronger technical credibility in viva due to real full-stack implementation</a:t>
            </a:r>
            <a:endParaRPr lang="en-US" sz="1200" dirty="0"/>
          </a:p>
        </p:txBody>
      </p:sp>
      <p:pic>
        <p:nvPicPr>
          <p:cNvPr id="21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B9F17FCF-8CFE-F5B9-63D0-59ADED639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E1F26"/>
          </a:solidFill>
          <a:ln w="12700">
            <a:solidFill>
              <a:srgbClr val="1E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12191695" cy="45720"/>
          </a:xfrm>
          <a:prstGeom prst="rect">
            <a:avLst/>
          </a:prstGeom>
          <a:solidFill>
            <a:srgbClr val="C67A2B"/>
          </a:solidFill>
          <a:ln w="12700">
            <a:solidFill>
              <a:srgbClr val="C67A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201400" y="6583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D84A6"/>
                </a:solidFill>
              </a:rPr>
              <a:t>14/14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84A6"/>
                </a:solidFill>
              </a:rPr>
              <a:t>Smart Campus Complaint &amp; Service Management Portal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53417" y="2685352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1F26"/>
                </a:solidFill>
              </a:rPr>
              <a:t>Thank You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3399137" y="3691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7A2B"/>
                </a:solidFill>
              </a:rPr>
              <a:t>Questions &amp; Discussion</a:t>
            </a:r>
            <a:endParaRPr lang="en-US" sz="2200" dirty="0"/>
          </a:p>
        </p:txBody>
      </p:sp>
      <p:pic>
        <p:nvPicPr>
          <p:cNvPr id="17" name="Image 0" descr="D:\Shivam project\campus-portal\submission\srm-inner-logo.png">
            <a:extLst>
              <a:ext uri="{FF2B5EF4-FFF2-40B4-BE49-F238E27FC236}">
                <a16:creationId xmlns:a16="http://schemas.microsoft.com/office/drawing/2014/main" id="{8D427D49-E163-4785-6CCF-7C9101ECF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77724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973</Words>
  <Application>Microsoft Office PowerPoint</Application>
  <PresentationFormat>Widescreen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Complaint &amp; Service Management Portal</dc:title>
  <dc:subject>Full Stack Project Submission</dc:subject>
  <dc:creator>Shiv Shankar</dc:creator>
  <cp:lastModifiedBy>Arpit Tyagi</cp:lastModifiedBy>
  <cp:revision>6</cp:revision>
  <dcterms:created xsi:type="dcterms:W3CDTF">2026-04-27T15:12:55Z</dcterms:created>
  <dcterms:modified xsi:type="dcterms:W3CDTF">2026-04-27T16:53:22Z</dcterms:modified>
</cp:coreProperties>
</file>